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d13fd9b2ec4ae1" /><Relationship Type="http://schemas.openxmlformats.org/officeDocument/2006/relationships/extended-properties" Target="/docProps/app.xml" Id="R684d72aeadb44cc4" /><Relationship Type="http://schemas.openxmlformats.org/officeDocument/2006/relationships/officeDocument" Target="/ppt/presentation.xml" Id="R7914589e70ab4b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005b30a67e4052"/>
  </p:sldMasterIdLst>
  <p:notesMasterIdLst>
    <p:notesMasterId xmlns:r="http://schemas.openxmlformats.org/officeDocument/2006/relationships" r:id="Rfc89a11499344c41"/>
  </p:notesMasterIdLst>
  <p:sldIdLst>
    <p:sldId xmlns:r="http://schemas.openxmlformats.org/officeDocument/2006/relationships" id="256" r:id="R46a054108eaf42bb"/>
    <p:sldId xmlns:r="http://schemas.openxmlformats.org/officeDocument/2006/relationships" id="257" r:id="R45864d47387c49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949ca9a9a34a25" /><Relationship Type="http://schemas.openxmlformats.org/officeDocument/2006/relationships/slideMaster" Target="/ppt/slideMasters/slideMaster1.xml" Id="R54005b30a67e4052" /><Relationship Type="http://schemas.openxmlformats.org/officeDocument/2006/relationships/notesMaster" Target="/ppt/notesMasters/notesMaster1.xml" Id="Rfc89a11499344c41" /><Relationship Type="http://schemas.openxmlformats.org/officeDocument/2006/relationships/presProps" Target="/ppt/presProps.xml" Id="Rb0d28630371b49e0" /><Relationship Type="http://schemas.openxmlformats.org/officeDocument/2006/relationships/viewProps" Target="/ppt/viewProps.xml" Id="R1ca2e8e7b1044d54" /><Relationship Type="http://schemas.openxmlformats.org/officeDocument/2006/relationships/tableStyles" Target="/ppt/tableStyles.xml" Id="R1b906708598f4fae" /><Relationship Type="http://schemas.openxmlformats.org/officeDocument/2006/relationships/slide" Target="/ppt/slides/slide1.xml" Id="R46a054108eaf42bb" /><Relationship Type="http://schemas.openxmlformats.org/officeDocument/2006/relationships/slide" Target="/ppt/slides/slide2.xml" Id="R45864d47387c49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01fd6f76c845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121c7835aa4ac1" /><Relationship Type="http://schemas.openxmlformats.org/officeDocument/2006/relationships/notesMaster" Target="/ppt/notesMasters/notesMaster1.xml" Id="R362fc17bf0904d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2fe83db08c4be9" /><Relationship Type="http://schemas.openxmlformats.org/officeDocument/2006/relationships/notesMaster" Target="/ppt/notesMasters/notesMaster1.xml" Id="R9e18cce1705040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e5679294c46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02327c2cf747e4" /><Relationship Type="http://schemas.openxmlformats.org/officeDocument/2006/relationships/slideLayout" Target="/ppt/slideLayouts/slideLayout1.xml" Id="R8d2896bb2b3a40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2896bb2b3a40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15124b431483c" /><Relationship Type="http://schemas.openxmlformats.org/officeDocument/2006/relationships/image" Target="/ppt/media/image.png" Id="R17005f94e7bb42b8" /><Relationship Type="http://schemas.openxmlformats.org/officeDocument/2006/relationships/image" Target="/ppt/media/image2.png" Id="R043ae14b4f29403a" /><Relationship Type="http://schemas.openxmlformats.org/officeDocument/2006/relationships/image" Target="/ppt/media/image.svg" Id="R9abb3f25db374401" /><Relationship Type="http://schemas.openxmlformats.org/officeDocument/2006/relationships/image" Target="/ppt/media/image3.png" Id="R05027f7784c646f4" /><Relationship Type="http://schemas.openxmlformats.org/officeDocument/2006/relationships/image" Target="/ppt/media/image2.svg" Id="R99d4a32c2e574a32" /><Relationship Type="http://schemas.openxmlformats.org/officeDocument/2006/relationships/image" Target="/ppt/media/image4.png" Id="Re13e33740a8a4072" /><Relationship Type="http://schemas.openxmlformats.org/officeDocument/2006/relationships/image" Target="/ppt/media/image3.svg" Id="R572b6f754b8e46f7" /><Relationship Type="http://schemas.openxmlformats.org/officeDocument/2006/relationships/notesSlide" Target="/ppt/notesSlides/notesSlide1.xml" Id="Ra71c6eb5142241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3aa0dbfe74571" /><Relationship Type="http://schemas.openxmlformats.org/officeDocument/2006/relationships/image" Target="/ppt/media/image5.png" Id="R65d97bfc5aff42de" /><Relationship Type="http://schemas.openxmlformats.org/officeDocument/2006/relationships/notesSlide" Target="/ppt/notesSlides/notesSlide2.xml" Id="R0661f2d3b29a44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79896A-95E5-4E23-ACA8-56CD4F84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F6F8FC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05f94e7bb42b8"/>
          <a:stretch xmlns:a="http://schemas.openxmlformats.org/drawingml/2006/main"/>
        </p:blipFill>
        <p:spPr>
          <a:xfrm xmlns:a="http://schemas.openxmlformats.org/drawingml/2006/main">
            <a:off x="609600" y="344085"/>
            <a:ext cx="1104900" cy="10263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C133E-74E7-4F5B-96A9-2A3A0B86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33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71B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57A20-1D13-4736-8779-F702027C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10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The core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A6B22-47E1-45C1-8C8C-3F81CE1D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429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Identity verification forces a hard trade-off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57503-A2BD-40DC-ACB6-B57598D0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85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Businesses want fast onboarding, but every shortcut can increase fraud, compliance risk, or manual review cost.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2D041-A019-4AE0-B05F-2A5820AF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919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A2A29-1D04-49E9-904B-1FFD7D2B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6A5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ae14b4f29403a">
            <a:extLst>
              <a:ext uri="{96DAC541-7B7A-43D3-8B79-37D633B846F1}">
                <asvg:svgBlip xmlns:asvg="http://schemas.microsoft.com/office/drawing/2016/SVG/main" r:embed="R9abb3f25db3744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3867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D2965-2C52-4098-88F0-834F7447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Speed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4E7E6-B6CC-497F-B31F-CB27D44F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8577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Long KYC flow creates drop-off before signup is complete.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B797D-F756-4A7D-A6DC-B226DED8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95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B4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27f7784c646f4">
            <a:extLst>
              <a:ext uri="{96DAC541-7B7A-43D3-8B79-37D633B846F1}">
                <asvg:svgBlip xmlns:asvg="http://schemas.microsoft.com/office/drawing/2016/SVG/main" r:embed="R99d4a32c2e574a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0" y="3867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545A0-2E68-4263-86F1-29797D5D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58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7081A-C03A-4093-820A-B31104AC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577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Fake IDs, edited documents, and replay attacks are hard to catch.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66BF6-0991-465D-9757-753AD4C2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95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AA2A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e33740a8a4072">
            <a:extLst>
              <a:ext uri="{96DAC541-7B7A-43D3-8B79-37D633B846F1}">
                <asvg:svgBlip xmlns:asvg="http://schemas.microsoft.com/office/drawing/2016/SVG/main" r:embed="R572b6f754b8e46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0" y="3867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6451A-ADC6-45BF-BEFA-4FCAA91D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958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56BF6-583B-4CA1-BE38-514F3A15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577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Teams need clear evidence for review, audit, and compliance.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9F869-2609-442E-B770-4BD10454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66875"/>
            <a:ext cx="2495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0661B-5562-4044-9BF7-1B8612B8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AA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AA2A"/>
                </a:solidFill>
                <a:latin typeface="Aptos"/>
                <a:ea typeface="Aptos"/>
                <a:cs typeface="Aptos"/>
              </a:rPr>
              <a:t>Pain 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20821-0AA7-4909-9AB7-9AFDBD97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38375"/>
            <a:ext cx="2038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Manual KYC is slow. Basic digital KYC is easy to attack.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2B54AB-A03F-4224-A629-0080280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CA103-FB47-4AE3-9214-58CF8028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Kyron eKYC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26C214-FB23-454D-B2D0-128335BE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Pain point</a:t>
            </a:r>
          </a:p>
        </p:txBody>
      </p:sp>
    </p:spTree>
    <p:extLst>
      <p:ext uri="{BB962C8B-B14F-4D97-AF65-F5344CB8AC3E}">
        <p14:creationId xmlns:p14="http://schemas.microsoft.com/office/powerpoint/2010/main" val="8975481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390C40-6CBC-4558-9329-0A74C44B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97bfc5aff42de"/>
          <a:stretch xmlns:a="http://schemas.openxmlformats.org/drawingml/2006/main"/>
        </p:blipFill>
        <p:spPr>
          <a:xfrm xmlns:a="http://schemas.openxmlformats.org/drawingml/2006/main">
            <a:off x="630291" y="342900"/>
            <a:ext cx="1025419" cy="95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75667-15FC-4FD8-B536-104D0E88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Where the pain shows 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6E4E3-5998-4255-96FA-CA8EBD23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Keep the story simple: the problem affects users, operations, and risk teams at the same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76BEE-980E-48B1-8E7C-C57E83A9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575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5BF9E-234E-4CE0-AB68-CA94E210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User pain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55097-CB7B-41FC-BF89-93757E06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432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A5"/>
          </a:solidFill>
          <a:ln xmlns:a="http://schemas.openxmlformats.org/drawingml/2006/main" w="0">
            <a:solidFill>
              <a:srgbClr val="16A6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66017-00D0-4C67-B914-C5B499FA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24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A5"/>
          </a:solidFill>
          <a:ln xmlns:a="http://schemas.openxmlformats.org/drawingml/2006/main" w="0">
            <a:solidFill>
              <a:srgbClr val="16A6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4914F-F420-4A92-B7D0-C7E1C459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575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Too many steps before account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1E2F5-63C9-4AC2-9B06-1625B4BF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33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A5"/>
          </a:solidFill>
          <a:ln xmlns:a="http://schemas.openxmlformats.org/drawingml/2006/main" w="0">
            <a:solidFill>
              <a:srgbClr val="16A6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DF94A-4572-499C-91F8-853790F5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Camera and document capture feel confusing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1EB3D-8337-4307-ADAC-BFD9BE71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4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A5"/>
          </a:solidFill>
          <a:ln xmlns:a="http://schemas.openxmlformats.org/drawingml/2006/main" w="0">
            <a:solidFill>
              <a:srgbClr val="16A6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F5DA3-4AC9-4893-956E-423D0927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767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Repeated rejection without clear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1A243-5A9F-4164-82D9-B01DCD12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190750"/>
            <a:ext cx="32575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E60C7-EB81-4236-A417-E7C887D6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14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Business pain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8A750-8E13-4CCC-8C1F-15AA38E9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432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A2A"/>
          </a:solidFill>
          <a:ln xmlns:a="http://schemas.openxmlformats.org/drawingml/2006/main" w="0">
            <a:solidFill>
              <a:srgbClr val="D9A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89E1F-9DF5-4F47-AF0F-F611580A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24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A2A"/>
          </a:solidFill>
          <a:ln xmlns:a="http://schemas.openxmlformats.org/drawingml/2006/main" w="0">
            <a:solidFill>
              <a:srgbClr val="D9A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A5A44-CEF4-4CEA-9CE6-31629BCB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575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Manual review slows growth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EBDED-EDD7-48F7-BE4F-F9C5789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33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A2A"/>
          </a:solidFill>
          <a:ln xmlns:a="http://schemas.openxmlformats.org/drawingml/2006/main" w="0">
            <a:solidFill>
              <a:srgbClr val="D9AA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C5907-77A3-431C-9F22-D43D79BA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8671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Support teams handle avoidable failures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46773-8B8F-4BBD-9ED1-DF4923AF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4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A2A"/>
          </a:solidFill>
          <a:ln xmlns:a="http://schemas.openxmlformats.org/drawingml/2006/main" w="0">
            <a:solidFill>
              <a:srgbClr val="D9AA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733C5-9350-478B-8B7B-D8AD5B2F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4767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Incomplete onboarding reduces conversion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05F372-15F5-4F4A-90B2-B54809A4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575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D3B150-085D-4E72-A629-1A673D05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Risk pain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80D57-B045-41BE-AEAB-2E0A0D83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432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4B"/>
          </a:solidFill>
          <a:ln xmlns:a="http://schemas.openxmlformats.org/drawingml/2006/main" w="0">
            <a:solidFill>
              <a:srgbClr val="C94B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7A1AA-B0FC-4CC8-BE98-14FE73DE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24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B4B"/>
          </a:solidFill>
          <a:ln xmlns:a="http://schemas.openxmlformats.org/drawingml/2006/main" w="0">
            <a:solidFill>
              <a:srgbClr val="C94B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C9480-F912-4D28-A453-69FE5E30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575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Fake documents and spoofed selfies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0280B4-D172-442E-951F-6C9F5DAD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33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B4B"/>
          </a:solidFill>
          <a:ln xmlns:a="http://schemas.openxmlformats.org/drawingml/2006/main" w="0">
            <a:solidFill>
              <a:srgbClr val="C94B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D5A679-F5C6-475D-AADD-3DF60B1E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671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Weak audit trail for verification decisions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6AAC84-BCF6-4D15-BFD4-C90064D7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4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B4B"/>
          </a:solidFill>
          <a:ln xmlns:a="http://schemas.openxmlformats.org/drawingml/2006/main" w="0">
            <a:solidFill>
              <a:srgbClr val="C94B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6CEFFF-FB64-4F43-986F-09AD912B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767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Hard to prove compliance readiness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3F9EBE-5260-4C4B-9B5F-5BF12BF7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704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DE5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43D003-A488-4076-8A9F-D200638A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619750"/>
            <a:ext cx="638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The result: teams either slow down good users or let more risk through.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40CE12-2C2C-4B06-B273-FE58F6D8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A0A5D0-F498-4D19-AD10-FBF5B4DE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Kyron eKYC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D49F8C-32D6-4132-8F5B-F7F6F910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Pain point</a:t>
            </a:r>
          </a:p>
        </p:txBody>
      </p:sp>
    </p:spTree>
    <p:extLst>
      <p:ext uri="{BB962C8B-B14F-4D97-AF65-F5344CB8AC3E}">
        <p14:creationId xmlns:p14="http://schemas.microsoft.com/office/powerpoint/2010/main" val="196692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2026-06-12T06:59:11.3980000Z</dcterms:created>
  <dcterms:modified xsi:type="dcterms:W3CDTF">2026-06-12T06:59:11.3980000Z</dcterms:modified>
</coreProperties>
</file>