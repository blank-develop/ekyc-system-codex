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6b8f3c940441b9" /><Relationship Type="http://schemas.openxmlformats.org/officeDocument/2006/relationships/extended-properties" Target="/docProps/app.xml" Id="Rb0b45e00c1474d73" /><Relationship Type="http://schemas.openxmlformats.org/officeDocument/2006/relationships/officeDocument" Target="/ppt/presentation.xml" Id="R9e2823f6404148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a2cb2a20684de8"/>
  </p:sldMasterIdLst>
  <p:notesMasterIdLst>
    <p:notesMasterId xmlns:r="http://schemas.openxmlformats.org/officeDocument/2006/relationships" r:id="R30395c6f378d40a5"/>
  </p:notesMasterIdLst>
  <p:sldIdLst>
    <p:sldId xmlns:r="http://schemas.openxmlformats.org/officeDocument/2006/relationships" id="256" r:id="Rf58eaba39af34721"/>
    <p:sldId xmlns:r="http://schemas.openxmlformats.org/officeDocument/2006/relationships" id="257" r:id="Raa2eff3bde86468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a0e8661f0147df" /><Relationship Type="http://schemas.openxmlformats.org/officeDocument/2006/relationships/slideMaster" Target="/ppt/slideMasters/slideMaster1.xml" Id="R60a2cb2a20684de8" /><Relationship Type="http://schemas.openxmlformats.org/officeDocument/2006/relationships/notesMaster" Target="/ppt/notesMasters/notesMaster1.xml" Id="R30395c6f378d40a5" /><Relationship Type="http://schemas.openxmlformats.org/officeDocument/2006/relationships/presProps" Target="/ppt/presProps.xml" Id="R9de92fd84d83441c" /><Relationship Type="http://schemas.openxmlformats.org/officeDocument/2006/relationships/viewProps" Target="/ppt/viewProps.xml" Id="Ra146f34aaaad41eb" /><Relationship Type="http://schemas.openxmlformats.org/officeDocument/2006/relationships/tableStyles" Target="/ppt/tableStyles.xml" Id="Rb35ed2cd21f54d21" /><Relationship Type="http://schemas.openxmlformats.org/officeDocument/2006/relationships/slide" Target="/ppt/slides/slide1.xml" Id="Rf58eaba39af34721" /><Relationship Type="http://schemas.openxmlformats.org/officeDocument/2006/relationships/slide" Target="/ppt/slides/slide2.xml" Id="Raa2eff3bde8646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a02d6d270a41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225d28315f4ea2" /><Relationship Type="http://schemas.openxmlformats.org/officeDocument/2006/relationships/notesMaster" Target="/ppt/notesMasters/notesMaster1.xml" Id="Rea9073a0f5ea45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365a6032364bf7" /><Relationship Type="http://schemas.openxmlformats.org/officeDocument/2006/relationships/notesMaster" Target="/ppt/notesMasters/notesMaster1.xml" Id="R2f727b2af6ce4c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0c1f6a1c2d40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518b95852340c4" /><Relationship Type="http://schemas.openxmlformats.org/officeDocument/2006/relationships/slideLayout" Target="/ppt/slideLayouts/slideLayout1.xml" Id="R7415d88379cf41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15d88379cf41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d70d8da1a4c36" /><Relationship Type="http://schemas.openxmlformats.org/officeDocument/2006/relationships/image" Target="/ppt/media/image.png" Id="Rb1258591bd5040bf" /><Relationship Type="http://schemas.openxmlformats.org/officeDocument/2006/relationships/image" Target="/ppt/media/image2.png" Id="R71d7fdd8a6c047f7" /><Relationship Type="http://schemas.openxmlformats.org/officeDocument/2006/relationships/image" Target="/ppt/media/image.svg" Id="Re60bebb2f67d4baa" /><Relationship Type="http://schemas.openxmlformats.org/officeDocument/2006/relationships/image" Target="/ppt/media/image3.png" Id="R2c3780c89642418d" /><Relationship Type="http://schemas.openxmlformats.org/officeDocument/2006/relationships/image" Target="/ppt/media/image2.svg" Id="R65a18ac485294338" /><Relationship Type="http://schemas.openxmlformats.org/officeDocument/2006/relationships/image" Target="/ppt/media/image4.png" Id="Rf90e5b0646c541dc" /><Relationship Type="http://schemas.openxmlformats.org/officeDocument/2006/relationships/image" Target="/ppt/media/image3.svg" Id="Rab9f881edd4d49e2" /><Relationship Type="http://schemas.openxmlformats.org/officeDocument/2006/relationships/image" Target="/ppt/media/image5.png" Id="R19ac7bde49fc4af7" /><Relationship Type="http://schemas.openxmlformats.org/officeDocument/2006/relationships/image" Target="/ppt/media/image4.svg" Id="Rf8dab0755923469d" /><Relationship Type="http://schemas.openxmlformats.org/officeDocument/2006/relationships/image" Target="/ppt/media/image6.png" Id="R4c94b391e65348f4" /><Relationship Type="http://schemas.openxmlformats.org/officeDocument/2006/relationships/image" Target="/ppt/media/image5.svg" Id="Ra20bca22fe74449b" /><Relationship Type="http://schemas.openxmlformats.org/officeDocument/2006/relationships/notesSlide" Target="/ppt/notesSlides/notesSlide1.xml" Id="Rec4f342810b74e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4830fc78c4167" /><Relationship Type="http://schemas.openxmlformats.org/officeDocument/2006/relationships/image" Target="/ppt/media/image7.png" Id="Ra845a42351e84331" /><Relationship Type="http://schemas.openxmlformats.org/officeDocument/2006/relationships/notesSlide" Target="/ppt/notesSlides/notesSlide2.xml" Id="Rff13bb546f304fc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E9DC2A-735E-4B91-AA23-0A39D2A7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F6F8FC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58591bd5040bf"/>
          <a:stretch xmlns:a="http://schemas.openxmlformats.org/drawingml/2006/main"/>
        </p:blipFill>
        <p:spPr>
          <a:xfrm xmlns:a="http://schemas.openxmlformats.org/drawingml/2006/main">
            <a:off x="609600" y="344085"/>
            <a:ext cx="1104900" cy="10263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4F614-533B-48DC-BE17-B3BDD080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3340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FA6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22070-200E-4D0F-8519-7621D638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81025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A6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A66A"/>
                </a:solidFill>
                <a:latin typeface="Aptos"/>
                <a:ea typeface="Aptos"/>
                <a:cs typeface="Aptos"/>
              </a:rPr>
              <a:t>The solution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DC056-9F41-4D5B-9ED2-058AF74F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810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Kyron verifies real users through one secure digital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A80D7-CA89-471D-AE2B-AAD3826F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Document proofing, liveness, face matching, fraud checks, and Face ID reuse work together to create a trusted onboarding journey.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654D8-2C77-4F06-8EDE-302B4178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657350"/>
            <a:ext cx="21717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5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ECCE2-2768-4669-8A8D-8824023A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0025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One journey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71F0D-3432-41B6-8919-01CE9BA6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24100"/>
            <a:ext cx="171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from signup to trusted return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2D627-B518-4234-80DE-89CDBED1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A6A5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7fdd8a6c047f7">
            <a:extLst>
              <a:ext uri="{96DAC541-7B7A-43D3-8B79-37D633B846F1}">
                <asvg:svgBlip xmlns:asvg="http://schemas.microsoft.com/office/drawing/2016/SVG/main" r:embed="Re60bebb2f67d4ba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53084" y="415823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48B0D-F6CD-4265-9A6D-6971485D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7815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Document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88FDE-927C-4914-98CE-1EA89C49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181600"/>
            <a:ext cx="1790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Passport or Lao ID proofing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2A3A-06F2-4F51-A703-4032EA06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67200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2"/>
          </a:solidFill>
          <a:ln xmlns:a="http://schemas.openxmlformats.org/drawingml/2006/main" w="0">
            <a:solidFill>
              <a:srgbClr val="DDE5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F72E2-32C7-44CA-90B8-B2076DEF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81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A66A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780c89642418d">
            <a:extLst>
              <a:ext uri="{96DAC541-7B7A-43D3-8B79-37D633B846F1}">
                <asvg:svgBlip xmlns:asvg="http://schemas.microsoft.com/office/drawing/2016/SVG/main" r:embed="R65a18ac4852943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186684" y="415823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3C2E9B-92A4-4BFB-96D7-A95BF420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7815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Liveness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64989-4465-483A-A36B-A10C0117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181600"/>
            <a:ext cx="1790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Face actions and gesture challenge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0B4B9B-7375-4C89-B678-B6D4D75A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67200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2"/>
          </a:solidFill>
          <a:ln xmlns:a="http://schemas.openxmlformats.org/drawingml/2006/main" w="0">
            <a:solidFill>
              <a:srgbClr val="DDE5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84ECA9-EA5E-4F90-889D-99A341A3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81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AA2A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e5b0646c541dc">
            <a:extLst>
              <a:ext uri="{96DAC541-7B7A-43D3-8B79-37D633B846F1}">
                <asvg:svgBlip xmlns:asvg="http://schemas.microsoft.com/office/drawing/2016/SVG/main" r:embed="Rab9f881edd4d49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20284" y="415823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21C0EA-3AE4-4312-A2E8-2AACE5FE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815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Face match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D2076A-0FD5-423A-8B68-97814E3D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81600"/>
            <a:ext cx="1790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Selfie matched to document portrait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1FBBCC-A37C-4D33-A70C-93E61FED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67200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2"/>
          </a:solidFill>
          <a:ln xmlns:a="http://schemas.openxmlformats.org/drawingml/2006/main" w="0">
            <a:solidFill>
              <a:srgbClr val="DDE5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4419A1-8282-4535-BE42-8F399640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81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2D6B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c7bde49fc4af7">
            <a:extLst>
              <a:ext uri="{96DAC541-7B7A-43D3-8B79-37D633B846F1}">
                <asvg:svgBlip xmlns:asvg="http://schemas.microsoft.com/office/drawing/2016/SVG/main" r:embed="Rf8dab075592346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53884" y="415823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B317D7-CA7B-41D7-88DD-198B0C25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815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370301-9B30-4F75-9297-735A881B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181600"/>
            <a:ext cx="1790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Explainable pass, reject, and reason codes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14AEA2-2A1B-4AA5-AA2D-64ED32A0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67200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2"/>
          </a:solidFill>
          <a:ln xmlns:a="http://schemas.openxmlformats.org/drawingml/2006/main" w="0">
            <a:solidFill>
              <a:srgbClr val="DDE5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28EA49-1BEB-40B1-AF74-1AE824BA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81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B4B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4b391e65348f4">
            <a:extLst>
              <a:ext uri="{96DAC541-7B7A-43D3-8B79-37D633B846F1}">
                <asvg:svgBlip xmlns:asvg="http://schemas.microsoft.com/office/drawing/2016/SVG/main" r:embed="Ra20bca22fe7444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87484" y="415823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D8D3BC-F920-4796-A119-FB5971EE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815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Face ID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DA89FA-ACBB-405F-8626-5A108719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181600"/>
            <a:ext cx="1790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Reuse for login or payment approval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15EB00-130C-4B11-99B7-00F9D14D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2"/>
          </a:solidFill>
          <a:ln xmlns:a="http://schemas.openxmlformats.org/drawingml/2006/main" w="0">
            <a:solidFill>
              <a:srgbClr val="DDE5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A41759-8685-46C5-A3D6-D784E6B5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Kyron eKYC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C86068-4256-4988-8E53-88B7B7D3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2921926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88E428-54EE-4DEA-A93D-2490FEC9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5a42351e84331"/>
          <a:stretch xmlns:a="http://schemas.openxmlformats.org/drawingml/2006/main"/>
        </p:blipFill>
        <p:spPr>
          <a:xfrm xmlns:a="http://schemas.openxmlformats.org/drawingml/2006/main">
            <a:off x="630291" y="342900"/>
            <a:ext cx="1025419" cy="95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CFA86-EA24-4983-B638-CCA202FB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619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How the solution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2207C-230E-4931-817B-C706AC13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38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Kyron combines verification steps that answer three questions: is the document real, is the person live, and does the face match?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D0E45-923D-474E-ABF8-25CA2C72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343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DE5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25819-5D33-49EC-B9D8-9AF876DF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A5"/>
          </a:solidFill>
          <a:ln xmlns:a="http://schemas.openxmlformats.org/drawingml/2006/main" w="0">
            <a:solidFill>
              <a:srgbClr val="16A6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00B54-48F6-4840-A294-333D451F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1847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Document proofing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BBF05-F6E2-432A-8BC3-A9B44A6D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1847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Checks OCR/MRZ fields, expiry, quality, tamper signs, and fraud risk.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2EA29-52E5-4798-8F7B-632854CE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81300"/>
            <a:ext cx="2343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DE5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20210-5624-4352-8D57-B449F7CC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0480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6A"/>
          </a:solidFill>
          <a:ln xmlns:a="http://schemas.openxmlformats.org/drawingml/2006/main" w="0">
            <a:solidFill>
              <a:srgbClr val="2FA6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EB62A-CCA9-4AAA-B653-AAF3ACA1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238500"/>
            <a:ext cx="1847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Liveness defense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26A68-EC8E-4BB3-AFD3-7D694ED0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848100"/>
            <a:ext cx="1847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Uses face movement, hand gestures, and passive anti-spoof checks.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4C1AA-4227-4BA1-AA4C-8B6D3482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2343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DE5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F435A-4B89-4C4F-B505-FE63804B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480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A2A"/>
          </a:solidFill>
          <a:ln xmlns:a="http://schemas.openxmlformats.org/drawingml/2006/main" w="0">
            <a:solidFill>
              <a:srgbClr val="D9AA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BC8F1A-EA2E-44EB-961D-41C1E7D2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38500"/>
            <a:ext cx="1847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Face matching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70CF00-8A92-4883-9910-D07D3A80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48100"/>
            <a:ext cx="1847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Compares the live selfie with the document portrait to confirm ownership.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F5D80-36FB-43F2-8BF6-8ED657EC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781300"/>
            <a:ext cx="2343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DE5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9FDC42-BF34-4E4E-B753-0678EA5F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0480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B4B"/>
          </a:solidFill>
          <a:ln xmlns:a="http://schemas.openxmlformats.org/drawingml/2006/main" w="0">
            <a:solidFill>
              <a:srgbClr val="C94B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50C9C7-8A62-487E-9FE0-E47332BD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38500"/>
            <a:ext cx="1847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Decision + reuse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DC6C5D-5510-4974-8F2E-63D6D548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848100"/>
            <a:ext cx="1847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Returns explainable results, then enables Face ID for future login or payment.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75CACC-ACAF-4B91-822F-1DC0D168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00650"/>
            <a:ext cx="876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DE5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2805E5-B3FB-41F6-B625-E51FAD80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5305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B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B4A"/>
                </a:solidFill>
                <a:latin typeface="Aptos"/>
                <a:ea typeface="Aptos"/>
                <a:cs typeface="Aptos"/>
              </a:rPr>
              <a:t>Result: faster onboarding, stronger fraud protection, and a reusable trusted identity.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B9A32C-0416-4045-A2E9-54410762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2"/>
          </a:solidFill>
          <a:ln xmlns:a="http://schemas.openxmlformats.org/drawingml/2006/main" w="0">
            <a:solidFill>
              <a:srgbClr val="DDE5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76C711-38C3-451D-A91B-5AF6468F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Kyron eKYC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85FE03-16E5-4783-BD6C-DF5B73AD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323011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2026-06-12T07:42:11.2790000Z</dcterms:created>
  <dcterms:modified xsi:type="dcterms:W3CDTF">2026-06-12T07:42:11.2790000Z</dcterms:modified>
</coreProperties>
</file>