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54c36b90124803" /><Relationship Type="http://schemas.openxmlformats.org/officeDocument/2006/relationships/extended-properties" Target="/docProps/app.xml" Id="R8f77935bf4ad4a49" /><Relationship Type="http://schemas.openxmlformats.org/officeDocument/2006/relationships/officeDocument" Target="/ppt/presentation.xml" Id="R0183496418f84f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6a4e872544479a"/>
  </p:sldMasterIdLst>
  <p:notesMasterIdLst>
    <p:notesMasterId xmlns:r="http://schemas.openxmlformats.org/officeDocument/2006/relationships" r:id="Rcc16051ea931471c"/>
  </p:notesMasterIdLst>
  <p:sldIdLst>
    <p:sldId xmlns:r="http://schemas.openxmlformats.org/officeDocument/2006/relationships" id="256" r:id="Re1240ebe54d941e2"/>
    <p:sldId xmlns:r="http://schemas.openxmlformats.org/officeDocument/2006/relationships" id="257" r:id="R01fc2865292c4d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fedc1549b744f8" /><Relationship Type="http://schemas.openxmlformats.org/officeDocument/2006/relationships/slideMaster" Target="/ppt/slideMasters/slideMaster1.xml" Id="R8a6a4e872544479a" /><Relationship Type="http://schemas.openxmlformats.org/officeDocument/2006/relationships/notesMaster" Target="/ppt/notesMasters/notesMaster1.xml" Id="Rcc16051ea931471c" /><Relationship Type="http://schemas.openxmlformats.org/officeDocument/2006/relationships/presProps" Target="/ppt/presProps.xml" Id="R2a6bbc219dac4dd4" /><Relationship Type="http://schemas.openxmlformats.org/officeDocument/2006/relationships/viewProps" Target="/ppt/viewProps.xml" Id="R50fcfbf964914220" /><Relationship Type="http://schemas.openxmlformats.org/officeDocument/2006/relationships/tableStyles" Target="/ppt/tableStyles.xml" Id="R48472f61c3774d48" /><Relationship Type="http://schemas.openxmlformats.org/officeDocument/2006/relationships/slide" Target="/ppt/slides/slide1.xml" Id="Re1240ebe54d941e2" /><Relationship Type="http://schemas.openxmlformats.org/officeDocument/2006/relationships/slide" Target="/ppt/slides/slide2.xml" Id="R01fc2865292c4d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77793d2ac744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e9b21f96da4f7c" /><Relationship Type="http://schemas.openxmlformats.org/officeDocument/2006/relationships/notesMaster" Target="/ppt/notesMasters/notesMaster1.xml" Id="R41c1a5fd60324d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63efdc6040416c" /><Relationship Type="http://schemas.openxmlformats.org/officeDocument/2006/relationships/notesMaster" Target="/ppt/notesMasters/notesMaster1.xml" Id="R22a5c53f25924d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3bfa170a74d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5ec79cf2644ece" /><Relationship Type="http://schemas.openxmlformats.org/officeDocument/2006/relationships/slideLayout" Target="/ppt/slideLayouts/slideLayout1.xml" Id="Rea764eecbab846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764eecbab846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7294844904fef" /><Relationship Type="http://schemas.openxmlformats.org/officeDocument/2006/relationships/image" Target="/ppt/media/image.png" Id="R2cefbd8f9ebf4ac7" /><Relationship Type="http://schemas.openxmlformats.org/officeDocument/2006/relationships/image" Target="/ppt/media/image2.png" Id="R8170b74389304055" /><Relationship Type="http://schemas.openxmlformats.org/officeDocument/2006/relationships/image" Target="/ppt/media/image.svg" Id="Re6a09625465e4724" /><Relationship Type="http://schemas.openxmlformats.org/officeDocument/2006/relationships/image" Target="/ppt/media/image3.png" Id="Rf320253910ae41fe" /><Relationship Type="http://schemas.openxmlformats.org/officeDocument/2006/relationships/image" Target="/ppt/media/image2.svg" Id="Rda0a900e7ceb4dba" /><Relationship Type="http://schemas.openxmlformats.org/officeDocument/2006/relationships/image" Target="/ppt/media/image4.png" Id="Rda0b6885d34f4d33" /><Relationship Type="http://schemas.openxmlformats.org/officeDocument/2006/relationships/image" Target="/ppt/media/image3.svg" Id="R4e6f0607a70b4fba" /><Relationship Type="http://schemas.openxmlformats.org/officeDocument/2006/relationships/notesSlide" Target="/ppt/notesSlides/notesSlide1.xml" Id="Rc5cb91df74e845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01da74f574da7" /><Relationship Type="http://schemas.openxmlformats.org/officeDocument/2006/relationships/image" Target="/ppt/media/image5.png" Id="Ra900014e877145a9" /><Relationship Type="http://schemas.openxmlformats.org/officeDocument/2006/relationships/notesSlide" Target="/ppt/notesSlides/notesSlide2.xml" Id="R7cb08ea810f34d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79E922-1310-499B-AAB7-CD5BAE1E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F6F8FC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fbd8f9ebf4ac7"/>
          <a:stretch xmlns:a="http://schemas.openxmlformats.org/drawingml/2006/main"/>
        </p:blipFill>
        <p:spPr>
          <a:xfrm xmlns:a="http://schemas.openxmlformats.org/drawingml/2006/main">
            <a:off x="609600" y="344085"/>
            <a:ext cx="1104900" cy="10263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B3DC8-7128-4F7C-9D3C-24E8BD24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334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6A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F633B-2B57-4A85-A66E-83A62A7B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810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6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6A5"/>
                </a:solidFill>
                <a:latin typeface="Aptos"/>
                <a:ea typeface="Aptos"/>
                <a:cs typeface="Aptos"/>
              </a:rPr>
              <a:t>The 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09FE5-0B58-4FB4-99D3-7B52104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Make digital onboarding fast, safe, and trusted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2161E-5D4D-4CB1-A7EF-23685854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Kyron can turn identity verification from a slow checkpoint into a reusable trust layer for signup, login, and payment approval.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23387-3BDE-449E-9142-BF0923DD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6A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0b74389304055">
            <a:extLst>
              <a:ext uri="{96DAC541-7B7A-43D3-8B79-37D633B846F1}">
                <asvg:svgBlip xmlns:asvg="http://schemas.microsoft.com/office/drawing/2016/SVG/main" r:embed="Re6a09625465e47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59383" y="4188333"/>
            <a:ext cx="272034" cy="27203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05507-5E5F-4B06-B9FD-C213E1C1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38700"/>
            <a:ext cx="1752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Onboard faster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EBE2A-6F91-49CF-832F-62E7191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6735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Reduce waiting time and help real users complete signup with less friction.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781F4-3F69-4C6C-A945-741C7E4F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A66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0253910ae41fe">
            <a:extLst>
              <a:ext uri="{96DAC541-7B7A-43D3-8B79-37D633B846F1}">
                <asvg:svgBlip xmlns:asvg="http://schemas.microsoft.com/office/drawing/2016/SVG/main" r:embed="Rda0a900e7ceb4d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31233" y="4188333"/>
            <a:ext cx="272034" cy="27203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90BFB-483D-49DE-B198-7FE8AB14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1752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Catch fraud earlier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1F952-350F-4EE8-A65C-E576B80E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6735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document checks, liveness, and face match before risk reaches the business.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63E4C-EA6E-45D5-AC4B-6574B568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AA2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b6885d34f4d33">
            <a:extLst>
              <a:ext uri="{96DAC541-7B7A-43D3-8B79-37D633B846F1}">
                <asvg:svgBlip xmlns:asvg="http://schemas.microsoft.com/office/drawing/2016/SVG/main" r:embed="R4e6f0607a70b4f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03083" y="4188333"/>
            <a:ext cx="272034" cy="27203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641F5-BBAB-4D26-9E6E-3A05905A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38700"/>
            <a:ext cx="1752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Reuse trusted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21592-8AA5-48CD-8435-29EEBAF2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6735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After verification, support secure Face ID login and payment confirmation.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59267-FED7-42E0-9C27-207A8814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95450"/>
            <a:ext cx="2324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9E1D6-408D-4A47-99A0-296D40EC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From KYC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74106-CF59-4CB1-91BD-9D818E7B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to digital trust gateway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22E262-02E0-4ED7-BE43-0216DB5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A2FE4-228E-4E2F-9B3D-B21F8C4B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Kyron eKYC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22747-ED82-4588-AEE8-3D8B657E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Opportunity</a:t>
            </a:r>
          </a:p>
        </p:txBody>
      </p:sp>
    </p:spTree>
    <p:extLst>
      <p:ext uri="{BB962C8B-B14F-4D97-AF65-F5344CB8AC3E}">
        <p14:creationId xmlns:p14="http://schemas.microsoft.com/office/powerpoint/2010/main" val="3786396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CF368-BFE3-48BC-98BF-44368793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0014e877145a9"/>
          <a:stretch xmlns:a="http://schemas.openxmlformats.org/drawingml/2006/main"/>
        </p:blipFill>
        <p:spPr>
          <a:xfrm xmlns:a="http://schemas.openxmlformats.org/drawingml/2006/main">
            <a:off x="630291" y="342900"/>
            <a:ext cx="1025419" cy="95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0600B-D849-45BA-8199-2FB322F3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What this unlocks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67528-EB2B-4FDD-8659-4D59A1F2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opportunity is not only verification. It is a safer identity layer that can support more digital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0614F-61B8-4750-8307-5F22FBD6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20A0E-F5C9-4237-8C8D-B56F873D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29BBB-7D41-40EC-9A9A-DB9C397B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74738-DCC2-4569-9606-EF0526F4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More users finish onboarding because the flow is faster and clearer.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55897-F40E-4FB0-A22B-3DCC01B2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46D24-FED4-4653-81B0-D8E9F8CF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575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solidFill>
              <a:srgbClr val="2FA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8084B-30AF-4554-A850-7FEA0EC7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28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ABA6A-FB38-43E8-A49E-A23AF293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861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Real users are verified while fake documents and spoof attacks are challenged.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F4162-FEEB-4C7A-8D81-71A1F609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46816-D121-41D4-90F2-0E3256E0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00FEB-B2EB-4E41-9C43-29EB588C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Efficiency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72FF6-90A4-47E8-B0F3-7D56C340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861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Manual review can focus on risky cases instead of every applicant.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6AA71-7183-4CB7-91BB-925749A7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7175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45FEB-E164-43F7-87D0-D351E96B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575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374E6-7DAF-4794-B28F-90D54EE2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28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80E89D-AE21-4733-AC13-E75C4D55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861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Decision records and reason codes help prepare for audit and compliance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548A5-908C-447F-9C3A-AFDE5B1D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D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EC0B6-64DB-4E87-BCF4-74C72133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625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One verification can become a reusable identity for login, account recovery, and Face Pay-style confirmation.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AA57F-6F1A-4E1C-8046-27341A1E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084A8-5E0E-4102-BC0C-E195FC73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Kyron eKYC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6E44E-E07F-427B-BD03-E515BB68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Opportunity</a:t>
            </a:r>
          </a:p>
        </p:txBody>
      </p:sp>
    </p:spTree>
    <p:extLst>
      <p:ext uri="{BB962C8B-B14F-4D97-AF65-F5344CB8AC3E}">
        <p14:creationId xmlns:p14="http://schemas.microsoft.com/office/powerpoint/2010/main" val="906208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2026-06-12T07:21:48.4360000Z</dcterms:created>
  <dcterms:modified xsi:type="dcterms:W3CDTF">2026-06-12T07:21:48.4360000Z</dcterms:modified>
</coreProperties>
</file>